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HTTP Status Codes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Networking / Web Technology</a:t>
            </a:r>
          </a:p>
          <a:p>
            <a:r>
              <a:t>Understanding HTTP Response Status Codes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HTTP Status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status codes are 3-digit numbers returned by a web server.</a:t>
            </a:r>
          </a:p>
          <a:p>
            <a:pPr lvl="1"/>
            <a:r>
              <a:t>They indicate the result of a client's request.</a:t>
            </a:r>
          </a:p>
          <a:p>
            <a:pPr lvl="1"/>
            <a:r>
              <a:t>They help identify success or errors in communication.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of HTTP Status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status codes are divided into five classes:</a:t>
            </a:r>
          </a:p>
          <a:p>
            <a:pPr lvl="1"/>
            <a:r>
              <a:t>1xx – Informational</a:t>
            </a:r>
          </a:p>
          <a:p>
            <a:pPr lvl="1"/>
            <a:r>
              <a:t>2xx – Success</a:t>
            </a:r>
          </a:p>
          <a:p>
            <a:pPr lvl="1"/>
            <a:r>
              <a:t>3xx – Redirection</a:t>
            </a:r>
          </a:p>
          <a:p>
            <a:pPr lvl="1"/>
            <a:r>
              <a:t>4xx – Client Error</a:t>
            </a:r>
          </a:p>
          <a:p>
            <a:pPr lvl="1"/>
            <a:r>
              <a:t>5xx – Server 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1xx – Informational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Indicates request received and processing continues.</a:t>
            </a:r>
          </a:p>
          <a:p>
            <a:pPr lvl="1"/>
            <a:r>
              <a:t>100 Continue – Client should continue request.</a:t>
            </a:r>
          </a:p>
          <a:p>
            <a:pPr lvl="1"/>
            <a:r>
              <a:t>101 Switching Protocols – Server switching protocols.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2xx – Successful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Indicates successful request processing.</a:t>
            </a:r>
          </a:p>
          <a:p>
            <a:pPr lvl="1"/>
            <a:r>
              <a:t>200 OK – Request successful.</a:t>
            </a:r>
          </a:p>
          <a:p>
            <a:pPr lvl="1"/>
            <a:r>
              <a:t>201 Created – Resource created successfully.</a:t>
            </a:r>
          </a:p>
          <a:p>
            <a:pPr lvl="1"/>
            <a:r>
              <a:t>204 No Content – Successful but no content returned.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3xx – Redirection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Indicates further action is needed.</a:t>
            </a:r>
          </a:p>
          <a:p>
            <a:pPr lvl="1"/>
            <a:r>
              <a:t>301 Moved Permanently – Resource permanently moved.</a:t>
            </a:r>
          </a:p>
          <a:p>
            <a:pPr lvl="1"/>
            <a:r>
              <a:t>302 Found – Temporary redirection.</a:t>
            </a:r>
          </a:p>
          <a:p>
            <a:pPr lvl="1"/>
            <a:r>
              <a:t>304 Not Modified – Cached version can be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4xx – Client Error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Indicates client-side errors.</a:t>
            </a:r>
          </a:p>
          <a:p>
            <a:pPr lvl="1"/>
            <a:r>
              <a:t>400 Bad Request – Invalid request.</a:t>
            </a:r>
          </a:p>
          <a:p>
            <a:pPr lvl="1"/>
            <a:r>
              <a:t>401 Unauthorized – Authentication required.</a:t>
            </a:r>
          </a:p>
          <a:p>
            <a:pPr lvl="1"/>
            <a:r>
              <a:t>403 Forbidden – Access denied.</a:t>
            </a:r>
          </a:p>
          <a:p>
            <a:pPr lvl="1"/>
            <a:r>
              <a:t>404 Not Found – Resource not found.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5xx – Server Error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Indicates server-side errors.</a:t>
            </a:r>
          </a:p>
          <a:p>
            <a:pPr lvl="1"/>
            <a:r>
              <a:t>500 Internal Server Error – General server error.</a:t>
            </a:r>
          </a:p>
          <a:p>
            <a:pPr lvl="1"/>
            <a:r>
              <a:t>502 Bad Gateway – Invalid response from upstream server.</a:t>
            </a:r>
          </a:p>
          <a:p>
            <a:pPr lvl="1"/>
            <a:r>
              <a:t>503 Service Unavailable – Server overloaded/maintenance.</a:t>
            </a:r>
          </a:p>
          <a:p>
            <a:pPr lvl="1"/>
            <a:r>
              <a:t>504 Gateway Timeout – Server response timeout.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HTTP Status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developers debug applications.</a:t>
            </a:r>
          </a:p>
          <a:p>
            <a:pPr lvl="1"/>
            <a:r>
              <a:t>Improves website performance.</a:t>
            </a:r>
          </a:p>
          <a:p>
            <a:pPr lvl="1"/>
            <a:r>
              <a:t>Supports API communication.</a:t>
            </a:r>
          </a:p>
          <a:p>
            <a:pPr lvl="1"/>
            <a:r>
              <a:t>Enhances user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status codes are essential in web communication.</a:t>
            </a:r>
          </a:p>
          <a:p>
            <a:pPr lvl="1"/>
            <a:r>
              <a:t>They are grouped into five categories (1xx–5xx).</a:t>
            </a:r>
          </a:p>
          <a:p>
            <a:pPr lvl="1"/>
            <a:r>
              <a:t>Understanding them is important for web developers and IT professionals.</a:t>
            </a:r>
          </a:p>
          <a:p>
            <a:pPr lvl="1"/>
            <a:r>
              <a:t>Thank You –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